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1" r:id="rId4"/>
    <p:sldId id="325" r:id="rId5"/>
    <p:sldId id="326" r:id="rId6"/>
    <p:sldId id="327" r:id="rId7"/>
    <p:sldId id="328" r:id="rId8"/>
    <p:sldId id="329" r:id="rId9"/>
    <p:sldId id="331" r:id="rId10"/>
    <p:sldId id="332" r:id="rId11"/>
    <p:sldId id="333" r:id="rId12"/>
    <p:sldId id="334" r:id="rId13"/>
    <p:sldId id="344" r:id="rId14"/>
    <p:sldId id="346" r:id="rId15"/>
    <p:sldId id="347" r:id="rId16"/>
    <p:sldId id="387" r:id="rId17"/>
    <p:sldId id="350" r:id="rId18"/>
    <p:sldId id="352" r:id="rId19"/>
    <p:sldId id="353" r:id="rId20"/>
    <p:sldId id="354" r:id="rId21"/>
    <p:sldId id="358" r:id="rId22"/>
    <p:sldId id="385" r:id="rId23"/>
    <p:sldId id="386" r:id="rId24"/>
    <p:sldId id="360" r:id="rId25"/>
    <p:sldId id="362" r:id="rId26"/>
    <p:sldId id="363" r:id="rId27"/>
    <p:sldId id="364" r:id="rId28"/>
    <p:sldId id="365" r:id="rId29"/>
    <p:sldId id="366" r:id="rId30"/>
    <p:sldId id="384" r:id="rId31"/>
    <p:sldId id="367" r:id="rId32"/>
    <p:sldId id="369" r:id="rId33"/>
    <p:sldId id="368" r:id="rId34"/>
    <p:sldId id="388" r:id="rId35"/>
    <p:sldId id="370" r:id="rId36"/>
    <p:sldId id="371" r:id="rId37"/>
    <p:sldId id="373" r:id="rId38"/>
    <p:sldId id="377" r:id="rId39"/>
    <p:sldId id="378" r:id="rId40"/>
    <p:sldId id="389" r:id="rId41"/>
    <p:sldId id="390" r:id="rId42"/>
    <p:sldId id="380" r:id="rId43"/>
    <p:sldId id="381" r:id="rId44"/>
    <p:sldId id="383" r:id="rId45"/>
    <p:sldId id="324" r:id="rId46"/>
    <p:sldId id="262" r:id="rId47"/>
    <p:sldId id="263" r:id="rId4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hael Villarruel" initials="MV" lastIdx="2" clrIdx="0">
    <p:extLst>
      <p:ext uri="{19B8F6BF-5375-455C-9EA6-DF929625EA0E}">
        <p15:presenceInfo xmlns:p15="http://schemas.microsoft.com/office/powerpoint/2012/main" userId="Michael Villarrue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DCC4AC-523D-44E9-91A1-1A76BA191D16}" v="6" dt="2025-01-22T15:20:50.378"/>
    <p1510:client id="{BE59A6A8-A850-1B31-2DA1-9E2C110F0255}" v="67" dt="2025-01-24T08:01:51.0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NESIS ISABEL CALAPAQUI PORTILLA" userId="5cf9098d-9cef-4576-a344-6111a9585f0f" providerId="ADAL" clId="{01DCC4AC-523D-44E9-91A1-1A76BA191D16}"/>
    <pc:docChg chg="undo custSel modSld">
      <pc:chgData name="GENESIS ISABEL CALAPAQUI PORTILLA" userId="5cf9098d-9cef-4576-a344-6111a9585f0f" providerId="ADAL" clId="{01DCC4AC-523D-44E9-91A1-1A76BA191D16}" dt="2025-01-22T15:21:40.327" v="197" actId="5793"/>
      <pc:docMkLst>
        <pc:docMk/>
      </pc:docMkLst>
      <pc:sldChg chg="modSp mod">
        <pc:chgData name="GENESIS ISABEL CALAPAQUI PORTILLA" userId="5cf9098d-9cef-4576-a344-6111a9585f0f" providerId="ADAL" clId="{01DCC4AC-523D-44E9-91A1-1A76BA191D16}" dt="2025-01-22T15:16:36.296" v="7" actId="20577"/>
        <pc:sldMkLst>
          <pc:docMk/>
          <pc:sldMk cId="4206866613" sldId="258"/>
        </pc:sldMkLst>
        <pc:spChg chg="mod">
          <ac:chgData name="GENESIS ISABEL CALAPAQUI PORTILLA" userId="5cf9098d-9cef-4576-a344-6111a9585f0f" providerId="ADAL" clId="{01DCC4AC-523D-44E9-91A1-1A76BA191D16}" dt="2025-01-22T15:16:36.296" v="7" actId="20577"/>
          <ac:spMkLst>
            <pc:docMk/>
            <pc:sldMk cId="4206866613" sldId="258"/>
            <ac:spMk id="5" creationId="{1967A448-01D9-4956-A50F-F9BFFBEC42EB}"/>
          </ac:spMkLst>
        </pc:spChg>
      </pc:sldChg>
      <pc:sldChg chg="modSp mod">
        <pc:chgData name="GENESIS ISABEL CALAPAQUI PORTILLA" userId="5cf9098d-9cef-4576-a344-6111a9585f0f" providerId="ADAL" clId="{01DCC4AC-523D-44E9-91A1-1A76BA191D16}" dt="2025-01-22T15:21:40.327" v="197" actId="5793"/>
        <pc:sldMkLst>
          <pc:docMk/>
          <pc:sldMk cId="179576126" sldId="262"/>
        </pc:sldMkLst>
        <pc:spChg chg="mod">
          <ac:chgData name="GENESIS ISABEL CALAPAQUI PORTILLA" userId="5cf9098d-9cef-4576-a344-6111a9585f0f" providerId="ADAL" clId="{01DCC4AC-523D-44E9-91A1-1A76BA191D16}" dt="2025-01-22T15:21:40.327" v="197" actId="5793"/>
          <ac:spMkLst>
            <pc:docMk/>
            <pc:sldMk cId="179576126" sldId="262"/>
            <ac:spMk id="3" creationId="{D80960AD-F226-4240-9557-9B1A56633CDB}"/>
          </ac:spMkLst>
        </pc:spChg>
      </pc:sldChg>
      <pc:sldChg chg="addSp delSp modSp mod">
        <pc:chgData name="GENESIS ISABEL CALAPAQUI PORTILLA" userId="5cf9098d-9cef-4576-a344-6111a9585f0f" providerId="ADAL" clId="{01DCC4AC-523D-44E9-91A1-1A76BA191D16}" dt="2025-01-22T15:18:22.699" v="21" actId="1076"/>
        <pc:sldMkLst>
          <pc:docMk/>
          <pc:sldMk cId="2372064775" sldId="326"/>
        </pc:sldMkLst>
        <pc:spChg chg="mod">
          <ac:chgData name="GENESIS ISABEL CALAPAQUI PORTILLA" userId="5cf9098d-9cef-4576-a344-6111a9585f0f" providerId="ADAL" clId="{01DCC4AC-523D-44E9-91A1-1A76BA191D16}" dt="2025-01-22T15:17:55.577" v="10"/>
          <ac:spMkLst>
            <pc:docMk/>
            <pc:sldMk cId="2372064775" sldId="326"/>
            <ac:spMk id="3" creationId="{93B8F572-C439-414C-90FA-BE3C081E9B98}"/>
          </ac:spMkLst>
        </pc:spChg>
        <pc:picChg chg="add mod">
          <ac:chgData name="GENESIS ISABEL CALAPAQUI PORTILLA" userId="5cf9098d-9cef-4576-a344-6111a9585f0f" providerId="ADAL" clId="{01DCC4AC-523D-44E9-91A1-1A76BA191D16}" dt="2025-01-22T15:18:20.879" v="20" actId="14100"/>
          <ac:picMkLst>
            <pc:docMk/>
            <pc:sldMk cId="2372064775" sldId="326"/>
            <ac:picMk id="4" creationId="{265EE582-2A0E-EC6B-AF19-77496C115201}"/>
          </ac:picMkLst>
        </pc:picChg>
        <pc:picChg chg="del">
          <ac:chgData name="GENESIS ISABEL CALAPAQUI PORTILLA" userId="5cf9098d-9cef-4576-a344-6111a9585f0f" providerId="ADAL" clId="{01DCC4AC-523D-44E9-91A1-1A76BA191D16}" dt="2025-01-22T15:18:01.159" v="11" actId="478"/>
          <ac:picMkLst>
            <pc:docMk/>
            <pc:sldMk cId="2372064775" sldId="326"/>
            <ac:picMk id="6" creationId="{13EA5F8F-CD8E-5CB9-AA7A-A14DB91A9066}"/>
          </ac:picMkLst>
        </pc:picChg>
        <pc:picChg chg="del">
          <ac:chgData name="GENESIS ISABEL CALAPAQUI PORTILLA" userId="5cf9098d-9cef-4576-a344-6111a9585f0f" providerId="ADAL" clId="{01DCC4AC-523D-44E9-91A1-1A76BA191D16}" dt="2025-01-22T15:18:02.494" v="12" actId="478"/>
          <ac:picMkLst>
            <pc:docMk/>
            <pc:sldMk cId="2372064775" sldId="326"/>
            <ac:picMk id="7" creationId="{8C30E6B5-32FE-F0CB-2CDD-61154C4A1F32}"/>
          </ac:picMkLst>
        </pc:picChg>
        <pc:picChg chg="add mod">
          <ac:chgData name="GENESIS ISABEL CALAPAQUI PORTILLA" userId="5cf9098d-9cef-4576-a344-6111a9585f0f" providerId="ADAL" clId="{01DCC4AC-523D-44E9-91A1-1A76BA191D16}" dt="2025-01-22T15:18:22.699" v="21" actId="1076"/>
          <ac:picMkLst>
            <pc:docMk/>
            <pc:sldMk cId="2372064775" sldId="326"/>
            <ac:picMk id="8" creationId="{AAE67660-257C-B305-5505-B785B6C5748D}"/>
          </ac:picMkLst>
        </pc:picChg>
      </pc:sldChg>
      <pc:sldChg chg="addSp delSp modSp mod">
        <pc:chgData name="GENESIS ISABEL CALAPAQUI PORTILLA" userId="5cf9098d-9cef-4576-a344-6111a9585f0f" providerId="ADAL" clId="{01DCC4AC-523D-44E9-91A1-1A76BA191D16}" dt="2025-01-22T15:18:57.811" v="28" actId="1076"/>
        <pc:sldMkLst>
          <pc:docMk/>
          <pc:sldMk cId="1570658669" sldId="327"/>
        </pc:sldMkLst>
        <pc:spChg chg="mod">
          <ac:chgData name="GENESIS ISABEL CALAPAQUI PORTILLA" userId="5cf9098d-9cef-4576-a344-6111a9585f0f" providerId="ADAL" clId="{01DCC4AC-523D-44E9-91A1-1A76BA191D16}" dt="2025-01-22T15:18:42.713" v="26"/>
          <ac:spMkLst>
            <pc:docMk/>
            <pc:sldMk cId="1570658669" sldId="327"/>
            <ac:spMk id="3" creationId="{93B8F572-C439-414C-90FA-BE3C081E9B98}"/>
          </ac:spMkLst>
        </pc:spChg>
        <pc:picChg chg="add mod">
          <ac:chgData name="GENESIS ISABEL CALAPAQUI PORTILLA" userId="5cf9098d-9cef-4576-a344-6111a9585f0f" providerId="ADAL" clId="{01DCC4AC-523D-44E9-91A1-1A76BA191D16}" dt="2025-01-22T15:18:57.811" v="28" actId="1076"/>
          <ac:picMkLst>
            <pc:docMk/>
            <pc:sldMk cId="1570658669" sldId="327"/>
            <ac:picMk id="4" creationId="{CCC54E97-83CF-41C9-52C9-13ED0C997115}"/>
          </ac:picMkLst>
        </pc:picChg>
        <pc:picChg chg="del mod">
          <ac:chgData name="GENESIS ISABEL CALAPAQUI PORTILLA" userId="5cf9098d-9cef-4576-a344-6111a9585f0f" providerId="ADAL" clId="{01DCC4AC-523D-44E9-91A1-1A76BA191D16}" dt="2025-01-22T15:18:25.873" v="23" actId="478"/>
          <ac:picMkLst>
            <pc:docMk/>
            <pc:sldMk cId="1570658669" sldId="327"/>
            <ac:picMk id="7" creationId="{D972EEE5-D78B-2BA6-D9CE-E1E7EC3710EF}"/>
          </ac:picMkLst>
        </pc:picChg>
      </pc:sldChg>
      <pc:sldChg chg="addSp delSp modSp mod">
        <pc:chgData name="GENESIS ISABEL CALAPAQUI PORTILLA" userId="5cf9098d-9cef-4576-a344-6111a9585f0f" providerId="ADAL" clId="{01DCC4AC-523D-44E9-91A1-1A76BA191D16}" dt="2025-01-22T15:19:35.235" v="44" actId="1076"/>
        <pc:sldMkLst>
          <pc:docMk/>
          <pc:sldMk cId="97457025" sldId="328"/>
        </pc:sldMkLst>
        <pc:spChg chg="mod">
          <ac:chgData name="GENESIS ISABEL CALAPAQUI PORTILLA" userId="5cf9098d-9cef-4576-a344-6111a9585f0f" providerId="ADAL" clId="{01DCC4AC-523D-44E9-91A1-1A76BA191D16}" dt="2025-01-22T15:19:15.345" v="38" actId="20577"/>
          <ac:spMkLst>
            <pc:docMk/>
            <pc:sldMk cId="97457025" sldId="328"/>
            <ac:spMk id="3" creationId="{93B8F572-C439-414C-90FA-BE3C081E9B98}"/>
          </ac:spMkLst>
        </pc:spChg>
        <pc:picChg chg="add mod">
          <ac:chgData name="GENESIS ISABEL CALAPAQUI PORTILLA" userId="5cf9098d-9cef-4576-a344-6111a9585f0f" providerId="ADAL" clId="{01DCC4AC-523D-44E9-91A1-1A76BA191D16}" dt="2025-01-22T15:19:35.235" v="44" actId="1076"/>
          <ac:picMkLst>
            <pc:docMk/>
            <pc:sldMk cId="97457025" sldId="328"/>
            <ac:picMk id="4" creationId="{EC5898E1-3245-B407-6802-3EEFB3DB2D68}"/>
          </ac:picMkLst>
        </pc:picChg>
        <pc:picChg chg="del">
          <ac:chgData name="GENESIS ISABEL CALAPAQUI PORTILLA" userId="5cf9098d-9cef-4576-a344-6111a9585f0f" providerId="ADAL" clId="{01DCC4AC-523D-44E9-91A1-1A76BA191D16}" dt="2025-01-22T15:19:30.086" v="39" actId="478"/>
          <ac:picMkLst>
            <pc:docMk/>
            <pc:sldMk cId="97457025" sldId="328"/>
            <ac:picMk id="8" creationId="{67B0C4C5-6F2C-BC7D-D7A3-C692E4AD9E1D}"/>
          </ac:picMkLst>
        </pc:picChg>
        <pc:picChg chg="del">
          <ac:chgData name="GENESIS ISABEL CALAPAQUI PORTILLA" userId="5cf9098d-9cef-4576-a344-6111a9585f0f" providerId="ADAL" clId="{01DCC4AC-523D-44E9-91A1-1A76BA191D16}" dt="2025-01-22T15:19:31.403" v="40" actId="478"/>
          <ac:picMkLst>
            <pc:docMk/>
            <pc:sldMk cId="97457025" sldId="328"/>
            <ac:picMk id="10" creationId="{F4E1E97C-317C-9A8A-F2F1-64D19DE7C48D}"/>
          </ac:picMkLst>
        </pc:picChg>
      </pc:sldChg>
      <pc:sldChg chg="addSp delSp modSp mod">
        <pc:chgData name="GENESIS ISABEL CALAPAQUI PORTILLA" userId="5cf9098d-9cef-4576-a344-6111a9585f0f" providerId="ADAL" clId="{01DCC4AC-523D-44E9-91A1-1A76BA191D16}" dt="2025-01-22T15:19:46.958" v="49" actId="1076"/>
        <pc:sldMkLst>
          <pc:docMk/>
          <pc:sldMk cId="2559156449" sldId="329"/>
        </pc:sldMkLst>
        <pc:picChg chg="add mod">
          <ac:chgData name="GENESIS ISABEL CALAPAQUI PORTILLA" userId="5cf9098d-9cef-4576-a344-6111a9585f0f" providerId="ADAL" clId="{01DCC4AC-523D-44E9-91A1-1A76BA191D16}" dt="2025-01-22T15:19:46.958" v="49" actId="1076"/>
          <ac:picMkLst>
            <pc:docMk/>
            <pc:sldMk cId="2559156449" sldId="329"/>
            <ac:picMk id="4" creationId="{98F1042C-1B27-8241-1EFE-8EEDF918893C}"/>
          </ac:picMkLst>
        </pc:picChg>
        <pc:picChg chg="del">
          <ac:chgData name="GENESIS ISABEL CALAPAQUI PORTILLA" userId="5cf9098d-9cef-4576-a344-6111a9585f0f" providerId="ADAL" clId="{01DCC4AC-523D-44E9-91A1-1A76BA191D16}" dt="2025-01-22T15:19:43.188" v="45" actId="478"/>
          <ac:picMkLst>
            <pc:docMk/>
            <pc:sldMk cId="2559156449" sldId="329"/>
            <ac:picMk id="7" creationId="{6A2036C3-F8DA-5CFD-F276-C506AA9B377A}"/>
          </ac:picMkLst>
        </pc:picChg>
      </pc:sldChg>
      <pc:sldChg chg="addSp delSp modSp mod">
        <pc:chgData name="GENESIS ISABEL CALAPAQUI PORTILLA" userId="5cf9098d-9cef-4576-a344-6111a9585f0f" providerId="ADAL" clId="{01DCC4AC-523D-44E9-91A1-1A76BA191D16}" dt="2025-01-22T15:20:57.078" v="56" actId="27614"/>
        <pc:sldMkLst>
          <pc:docMk/>
          <pc:sldMk cId="2756267404" sldId="383"/>
        </pc:sldMkLst>
        <pc:picChg chg="del">
          <ac:chgData name="GENESIS ISABEL CALAPAQUI PORTILLA" userId="5cf9098d-9cef-4576-a344-6111a9585f0f" providerId="ADAL" clId="{01DCC4AC-523D-44E9-91A1-1A76BA191D16}" dt="2025-01-22T15:20:50.044" v="50" actId="478"/>
          <ac:picMkLst>
            <pc:docMk/>
            <pc:sldMk cId="2756267404" sldId="383"/>
            <ac:picMk id="7" creationId="{FE83EB40-7CA2-9AF3-50DC-475804083683}"/>
          </ac:picMkLst>
        </pc:picChg>
        <pc:picChg chg="add mod">
          <ac:chgData name="GENESIS ISABEL CALAPAQUI PORTILLA" userId="5cf9098d-9cef-4576-a344-6111a9585f0f" providerId="ADAL" clId="{01DCC4AC-523D-44E9-91A1-1A76BA191D16}" dt="2025-01-22T15:20:57.078" v="56" actId="27614"/>
          <ac:picMkLst>
            <pc:docMk/>
            <pc:sldMk cId="2756267404" sldId="383"/>
            <ac:picMk id="8" creationId="{6BE71841-5CC3-56BB-3949-BF4D0E20C268}"/>
          </ac:picMkLst>
        </pc:picChg>
      </pc:sldChg>
    </pc:docChg>
  </pc:docChgLst>
  <pc:docChgLst>
    <pc:chgData name="GENESIS ISABEL CALAPAQUI PORTILLA" userId="5cf9098d-9cef-4576-a344-6111a9585f0f" providerId="ADAL" clId="{8C80F046-BF10-4B27-A8FD-4DE442616CEF}"/>
    <pc:docChg chg="custSel addSld modSld sldOrd">
      <pc:chgData name="GENESIS ISABEL CALAPAQUI PORTILLA" userId="5cf9098d-9cef-4576-a344-6111a9585f0f" providerId="ADAL" clId="{8C80F046-BF10-4B27-A8FD-4DE442616CEF}" dt="2025-01-20T03:31:46.925" v="109" actId="1076"/>
      <pc:docMkLst>
        <pc:docMk/>
      </pc:docMkLst>
      <pc:sldChg chg="addSp delSp modSp mod">
        <pc:chgData name="GENESIS ISABEL CALAPAQUI PORTILLA" userId="5cf9098d-9cef-4576-a344-6111a9585f0f" providerId="ADAL" clId="{8C80F046-BF10-4B27-A8FD-4DE442616CEF}" dt="2025-01-20T03:26:42.042" v="5" actId="1076"/>
        <pc:sldMkLst>
          <pc:docMk/>
          <pc:sldMk cId="2563100257" sldId="362"/>
        </pc:sldMkLst>
        <pc:picChg chg="add mod">
          <ac:chgData name="GENESIS ISABEL CALAPAQUI PORTILLA" userId="5cf9098d-9cef-4576-a344-6111a9585f0f" providerId="ADAL" clId="{8C80F046-BF10-4B27-A8FD-4DE442616CEF}" dt="2025-01-20T03:26:42.042" v="5" actId="1076"/>
          <ac:picMkLst>
            <pc:docMk/>
            <pc:sldMk cId="2563100257" sldId="362"/>
            <ac:picMk id="4" creationId="{D3337B16-FD7B-CDDC-79A3-5A23321553C8}"/>
          </ac:picMkLst>
        </pc:picChg>
      </pc:sldChg>
      <pc:sldChg chg="addSp delSp modSp mod">
        <pc:chgData name="GENESIS ISABEL CALAPAQUI PORTILLA" userId="5cf9098d-9cef-4576-a344-6111a9585f0f" providerId="ADAL" clId="{8C80F046-BF10-4B27-A8FD-4DE442616CEF}" dt="2025-01-20T03:30:22.323" v="85"/>
        <pc:sldMkLst>
          <pc:docMk/>
          <pc:sldMk cId="3037220131" sldId="368"/>
        </pc:sldMkLst>
        <pc:spChg chg="mod">
          <ac:chgData name="GENESIS ISABEL CALAPAQUI PORTILLA" userId="5cf9098d-9cef-4576-a344-6111a9585f0f" providerId="ADAL" clId="{8C80F046-BF10-4B27-A8FD-4DE442616CEF}" dt="2025-01-20T03:30:09.783" v="81" actId="20577"/>
          <ac:spMkLst>
            <pc:docMk/>
            <pc:sldMk cId="3037220131" sldId="368"/>
            <ac:spMk id="3" creationId="{93B8F572-C439-414C-90FA-BE3C081E9B98}"/>
          </ac:spMkLst>
        </pc:spChg>
        <pc:picChg chg="add mod">
          <ac:chgData name="GENESIS ISABEL CALAPAQUI PORTILLA" userId="5cf9098d-9cef-4576-a344-6111a9585f0f" providerId="ADAL" clId="{8C80F046-BF10-4B27-A8FD-4DE442616CEF}" dt="2025-01-20T03:30:13.997" v="83" actId="1076"/>
          <ac:picMkLst>
            <pc:docMk/>
            <pc:sldMk cId="3037220131" sldId="368"/>
            <ac:picMk id="4" creationId="{0BFBFD67-17A3-EB70-611A-E6F2746CBD54}"/>
          </ac:picMkLst>
        </pc:picChg>
        <pc:picChg chg="add mod">
          <ac:chgData name="GENESIS ISABEL CALAPAQUI PORTILLA" userId="5cf9098d-9cef-4576-a344-6111a9585f0f" providerId="ADAL" clId="{8C80F046-BF10-4B27-A8FD-4DE442616CEF}" dt="2025-01-20T03:30:22.323" v="85"/>
          <ac:picMkLst>
            <pc:docMk/>
            <pc:sldMk cId="3037220131" sldId="368"/>
            <ac:picMk id="8" creationId="{0F66A479-61A3-E0B7-2AED-2C2A74208B48}"/>
          </ac:picMkLst>
        </pc:picChg>
      </pc:sldChg>
      <pc:sldChg chg="addSp delSp modSp mod ord">
        <pc:chgData name="GENESIS ISABEL CALAPAQUI PORTILLA" userId="5cf9098d-9cef-4576-a344-6111a9585f0f" providerId="ADAL" clId="{8C80F046-BF10-4B27-A8FD-4DE442616CEF}" dt="2025-01-20T03:29:35.070" v="63" actId="20577"/>
        <pc:sldMkLst>
          <pc:docMk/>
          <pc:sldMk cId="2132145110" sldId="369"/>
        </pc:sldMkLst>
        <pc:spChg chg="mod">
          <ac:chgData name="GENESIS ISABEL CALAPAQUI PORTILLA" userId="5cf9098d-9cef-4576-a344-6111a9585f0f" providerId="ADAL" clId="{8C80F046-BF10-4B27-A8FD-4DE442616CEF}" dt="2025-01-20T03:29:35.070" v="63" actId="20577"/>
          <ac:spMkLst>
            <pc:docMk/>
            <pc:sldMk cId="2132145110" sldId="369"/>
            <ac:spMk id="3" creationId="{93B8F572-C439-414C-90FA-BE3C081E9B98}"/>
          </ac:spMkLst>
        </pc:spChg>
        <pc:picChg chg="add mod">
          <ac:chgData name="GENESIS ISABEL CALAPAQUI PORTILLA" userId="5cf9098d-9cef-4576-a344-6111a9585f0f" providerId="ADAL" clId="{8C80F046-BF10-4B27-A8FD-4DE442616CEF}" dt="2025-01-20T03:29:27.114" v="59" actId="1076"/>
          <ac:picMkLst>
            <pc:docMk/>
            <pc:sldMk cId="2132145110" sldId="369"/>
            <ac:picMk id="4" creationId="{525C5F75-9962-E6B4-73B2-405BB32A10E8}"/>
          </ac:picMkLst>
        </pc:picChg>
        <pc:picChg chg="add mod">
          <ac:chgData name="GENESIS ISABEL CALAPAQUI PORTILLA" userId="5cf9098d-9cef-4576-a344-6111a9585f0f" providerId="ADAL" clId="{8C80F046-BF10-4B27-A8FD-4DE442616CEF}" dt="2025-01-20T03:29:25.666" v="58" actId="1076"/>
          <ac:picMkLst>
            <pc:docMk/>
            <pc:sldMk cId="2132145110" sldId="369"/>
            <ac:picMk id="6" creationId="{D55904FC-DE7E-0929-C3CF-469E560188E7}"/>
          </ac:picMkLst>
        </pc:picChg>
      </pc:sldChg>
      <pc:sldChg chg="addSp delSp modSp mod">
        <pc:chgData name="GENESIS ISABEL CALAPAQUI PORTILLA" userId="5cf9098d-9cef-4576-a344-6111a9585f0f" providerId="ADAL" clId="{8C80F046-BF10-4B27-A8FD-4DE442616CEF}" dt="2025-01-20T03:31:46.925" v="109" actId="1076"/>
        <pc:sldMkLst>
          <pc:docMk/>
          <pc:sldMk cId="1598552259" sldId="378"/>
        </pc:sldMkLst>
        <pc:picChg chg="add mod modCrop">
          <ac:chgData name="GENESIS ISABEL CALAPAQUI PORTILLA" userId="5cf9098d-9cef-4576-a344-6111a9585f0f" providerId="ADAL" clId="{8C80F046-BF10-4B27-A8FD-4DE442616CEF}" dt="2025-01-20T03:31:46.925" v="109" actId="1076"/>
          <ac:picMkLst>
            <pc:docMk/>
            <pc:sldMk cId="1598552259" sldId="378"/>
            <ac:picMk id="3" creationId="{9E866AAD-862F-D2E6-274C-001C5898FBDB}"/>
          </ac:picMkLst>
        </pc:picChg>
      </pc:sldChg>
      <pc:sldChg chg="addSp delSp modSp add mod">
        <pc:chgData name="GENESIS ISABEL CALAPAQUI PORTILLA" userId="5cf9098d-9cef-4576-a344-6111a9585f0f" providerId="ADAL" clId="{8C80F046-BF10-4B27-A8FD-4DE442616CEF}" dt="2025-01-20T03:30:43.880" v="99" actId="20577"/>
        <pc:sldMkLst>
          <pc:docMk/>
          <pc:sldMk cId="883042895" sldId="388"/>
        </pc:sldMkLst>
        <pc:spChg chg="mod">
          <ac:chgData name="GENESIS ISABEL CALAPAQUI PORTILLA" userId="5cf9098d-9cef-4576-a344-6111a9585f0f" providerId="ADAL" clId="{8C80F046-BF10-4B27-A8FD-4DE442616CEF}" dt="2025-01-20T03:30:43.880" v="99" actId="20577"/>
          <ac:spMkLst>
            <pc:docMk/>
            <pc:sldMk cId="883042895" sldId="388"/>
            <ac:spMk id="3" creationId="{35E156A7-71A7-AFF5-E5DD-3131BD1474DA}"/>
          </ac:spMkLst>
        </pc:spChg>
        <pc:picChg chg="add mod">
          <ac:chgData name="GENESIS ISABEL CALAPAQUI PORTILLA" userId="5cf9098d-9cef-4576-a344-6111a9585f0f" providerId="ADAL" clId="{8C80F046-BF10-4B27-A8FD-4DE442616CEF}" dt="2025-01-20T03:30:40.974" v="92" actId="1076"/>
          <ac:picMkLst>
            <pc:docMk/>
            <pc:sldMk cId="883042895" sldId="388"/>
            <ac:picMk id="6" creationId="{AE6D7C06-5413-F3B8-A612-74F81732A987}"/>
          </ac:picMkLst>
        </pc:picChg>
      </pc:sldChg>
    </pc:docChg>
  </pc:docChgLst>
  <pc:docChgLst>
    <pc:chgData name="CHRISTIAN JHONATAN ANDRANGO CARCHIPULLA" userId="S::cjandrango@espe.edu.ec::896121c7-6559-4ca1-8c1f-57ec4875b467" providerId="AD" clId="Web-{BE59A6A8-A850-1B31-2DA1-9E2C110F0255}"/>
    <pc:docChg chg="addSld delSld modSld">
      <pc:chgData name="CHRISTIAN JHONATAN ANDRANGO CARCHIPULLA" userId="S::cjandrango@espe.edu.ec::896121c7-6559-4ca1-8c1f-57ec4875b467" providerId="AD" clId="Web-{BE59A6A8-A850-1B31-2DA1-9E2C110F0255}" dt="2025-01-24T08:01:51.030" v="63" actId="14100"/>
      <pc:docMkLst>
        <pc:docMk/>
      </pc:docMkLst>
      <pc:sldChg chg="delSp modSp">
        <pc:chgData name="CHRISTIAN JHONATAN ANDRANGO CARCHIPULLA" userId="S::cjandrango@espe.edu.ec::896121c7-6559-4ca1-8c1f-57ec4875b467" providerId="AD" clId="Web-{BE59A6A8-A850-1B31-2DA1-9E2C110F0255}" dt="2025-01-24T07:58:17.390" v="2" actId="14100"/>
        <pc:sldMkLst>
          <pc:docMk/>
          <pc:sldMk cId="3037220131" sldId="368"/>
        </pc:sldMkLst>
        <pc:picChg chg="del">
          <ac:chgData name="CHRISTIAN JHONATAN ANDRANGO CARCHIPULLA" userId="S::cjandrango@espe.edu.ec::896121c7-6559-4ca1-8c1f-57ec4875b467" providerId="AD" clId="Web-{BE59A6A8-A850-1B31-2DA1-9E2C110F0255}" dt="2025-01-24T07:58:08.373" v="0"/>
          <ac:picMkLst>
            <pc:docMk/>
            <pc:sldMk cId="3037220131" sldId="368"/>
            <ac:picMk id="4" creationId="{0BFBFD67-17A3-EB70-611A-E6F2746CBD54}"/>
          </ac:picMkLst>
        </pc:picChg>
        <pc:picChg chg="mod">
          <ac:chgData name="CHRISTIAN JHONATAN ANDRANGO CARCHIPULLA" userId="S::cjandrango@espe.edu.ec::896121c7-6559-4ca1-8c1f-57ec4875b467" providerId="AD" clId="Web-{BE59A6A8-A850-1B31-2DA1-9E2C110F0255}" dt="2025-01-24T07:58:17.390" v="2" actId="14100"/>
          <ac:picMkLst>
            <pc:docMk/>
            <pc:sldMk cId="3037220131" sldId="368"/>
            <ac:picMk id="8" creationId="{0F66A479-61A3-E0B7-2AED-2C2A74208B48}"/>
          </ac:picMkLst>
        </pc:picChg>
      </pc:sldChg>
      <pc:sldChg chg="addSp delSp modSp add replId">
        <pc:chgData name="CHRISTIAN JHONATAN ANDRANGO CARCHIPULLA" userId="S::cjandrango@espe.edu.ec::896121c7-6559-4ca1-8c1f-57ec4875b467" providerId="AD" clId="Web-{BE59A6A8-A850-1B31-2DA1-9E2C110F0255}" dt="2025-01-24T08:00:33.040" v="34" actId="20577"/>
        <pc:sldMkLst>
          <pc:docMk/>
          <pc:sldMk cId="3346725920" sldId="389"/>
        </pc:sldMkLst>
        <pc:spChg chg="mod">
          <ac:chgData name="CHRISTIAN JHONATAN ANDRANGO CARCHIPULLA" userId="S::cjandrango@espe.edu.ec::896121c7-6559-4ca1-8c1f-57ec4875b467" providerId="AD" clId="Web-{BE59A6A8-A850-1B31-2DA1-9E2C110F0255}" dt="2025-01-24T08:00:33.040" v="34" actId="20577"/>
          <ac:spMkLst>
            <pc:docMk/>
            <pc:sldMk cId="3346725920" sldId="389"/>
            <ac:spMk id="6" creationId="{559BE94F-2D0C-0AD9-F01E-B29BFE134216}"/>
          </ac:spMkLst>
        </pc:spChg>
        <pc:picChg chg="del">
          <ac:chgData name="CHRISTIAN JHONATAN ANDRANGO CARCHIPULLA" userId="S::cjandrango@espe.edu.ec::896121c7-6559-4ca1-8c1f-57ec4875b467" providerId="AD" clId="Web-{BE59A6A8-A850-1B31-2DA1-9E2C110F0255}" dt="2025-01-24T07:59:32.988" v="5"/>
          <ac:picMkLst>
            <pc:docMk/>
            <pc:sldMk cId="3346725920" sldId="389"/>
            <ac:picMk id="3" creationId="{9E866AAD-862F-D2E6-274C-001C5898FBDB}"/>
          </ac:picMkLst>
        </pc:picChg>
        <pc:picChg chg="add mod">
          <ac:chgData name="CHRISTIAN JHONATAN ANDRANGO CARCHIPULLA" userId="S::cjandrango@espe.edu.ec::896121c7-6559-4ca1-8c1f-57ec4875b467" providerId="AD" clId="Web-{BE59A6A8-A850-1B31-2DA1-9E2C110F0255}" dt="2025-01-24T07:59:47.630" v="11" actId="1076"/>
          <ac:picMkLst>
            <pc:docMk/>
            <pc:sldMk cId="3346725920" sldId="389"/>
            <ac:picMk id="4" creationId="{A94FF92A-A7C1-E8E0-48B1-88E35AEF045D}"/>
          </ac:picMkLst>
        </pc:picChg>
        <pc:picChg chg="del">
          <ac:chgData name="CHRISTIAN JHONATAN ANDRANGO CARCHIPULLA" userId="S::cjandrango@espe.edu.ec::896121c7-6559-4ca1-8c1f-57ec4875b467" providerId="AD" clId="Web-{BE59A6A8-A850-1B31-2DA1-9E2C110F0255}" dt="2025-01-24T07:59:31.472" v="4"/>
          <ac:picMkLst>
            <pc:docMk/>
            <pc:sldMk cId="3346725920" sldId="389"/>
            <ac:picMk id="7" creationId="{F042EBD9-631A-D937-753D-5DAC025CACE2}"/>
          </ac:picMkLst>
        </pc:picChg>
      </pc:sldChg>
      <pc:sldChg chg="add del replId">
        <pc:chgData name="CHRISTIAN JHONATAN ANDRANGO CARCHIPULLA" userId="S::cjandrango@espe.edu.ec::896121c7-6559-4ca1-8c1f-57ec4875b467" providerId="AD" clId="Web-{BE59A6A8-A850-1B31-2DA1-9E2C110F0255}" dt="2025-01-24T07:59:36.223" v="7"/>
        <pc:sldMkLst>
          <pc:docMk/>
          <pc:sldMk cId="111738893" sldId="390"/>
        </pc:sldMkLst>
      </pc:sldChg>
      <pc:sldChg chg="addSp delSp modSp add replId">
        <pc:chgData name="CHRISTIAN JHONATAN ANDRANGO CARCHIPULLA" userId="S::cjandrango@espe.edu.ec::896121c7-6559-4ca1-8c1f-57ec4875b467" providerId="AD" clId="Web-{BE59A6A8-A850-1B31-2DA1-9E2C110F0255}" dt="2025-01-24T08:01:51.030" v="63" actId="14100"/>
        <pc:sldMkLst>
          <pc:docMk/>
          <pc:sldMk cId="1112059511" sldId="390"/>
        </pc:sldMkLst>
        <pc:spChg chg="mod">
          <ac:chgData name="CHRISTIAN JHONATAN ANDRANGO CARCHIPULLA" userId="S::cjandrango@espe.edu.ec::896121c7-6559-4ca1-8c1f-57ec4875b467" providerId="AD" clId="Web-{BE59A6A8-A850-1B31-2DA1-9E2C110F0255}" dt="2025-01-24T08:01:01.620" v="51" actId="20577"/>
          <ac:spMkLst>
            <pc:docMk/>
            <pc:sldMk cId="1112059511" sldId="390"/>
            <ac:spMk id="6" creationId="{559BE94F-2D0C-0AD9-F01E-B29BFE134216}"/>
          </ac:spMkLst>
        </pc:spChg>
        <pc:picChg chg="add mod">
          <ac:chgData name="CHRISTIAN JHONATAN ANDRANGO CARCHIPULLA" userId="S::cjandrango@espe.edu.ec::896121c7-6559-4ca1-8c1f-57ec4875b467" providerId="AD" clId="Web-{BE59A6A8-A850-1B31-2DA1-9E2C110F0255}" dt="2025-01-24T08:01:47.217" v="62" actId="14100"/>
          <ac:picMkLst>
            <pc:docMk/>
            <pc:sldMk cId="1112059511" sldId="390"/>
            <ac:picMk id="3" creationId="{CE21A0D0-E3B6-BA67-2ABB-0DA58A2E225C}"/>
          </ac:picMkLst>
        </pc:picChg>
        <pc:picChg chg="del">
          <ac:chgData name="CHRISTIAN JHONATAN ANDRANGO CARCHIPULLA" userId="S::cjandrango@espe.edu.ec::896121c7-6559-4ca1-8c1f-57ec4875b467" providerId="AD" clId="Web-{BE59A6A8-A850-1B31-2DA1-9E2C110F0255}" dt="2025-01-24T08:00:37.760" v="36"/>
          <ac:picMkLst>
            <pc:docMk/>
            <pc:sldMk cId="1112059511" sldId="390"/>
            <ac:picMk id="4" creationId="{A94FF92A-A7C1-E8E0-48B1-88E35AEF045D}"/>
          </ac:picMkLst>
        </pc:picChg>
        <pc:picChg chg="add mod">
          <ac:chgData name="CHRISTIAN JHONATAN ANDRANGO CARCHIPULLA" userId="S::cjandrango@espe.edu.ec::896121c7-6559-4ca1-8c1f-57ec4875b467" providerId="AD" clId="Web-{BE59A6A8-A850-1B31-2DA1-9E2C110F0255}" dt="2025-01-24T08:01:51.030" v="63" actId="14100"/>
          <ac:picMkLst>
            <pc:docMk/>
            <pc:sldMk cId="1112059511" sldId="390"/>
            <ac:picMk id="7" creationId="{4C77124C-D473-990E-B457-1BEB7D26DB0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606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042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56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87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274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006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831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541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505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192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02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39518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jp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956176-055A-4F41-9A1C-5A8ABC57AE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6" y="3158569"/>
            <a:ext cx="10993549" cy="1578409"/>
          </a:xfrm>
        </p:spPr>
        <p:txBody>
          <a:bodyPr>
            <a:normAutofit/>
          </a:bodyPr>
          <a:lstStyle/>
          <a:p>
            <a:pPr algn="ctr"/>
            <a:r>
              <a:rPr lang="es-ES">
                <a:solidFill>
                  <a:schemeClr val="bg1"/>
                </a:solidFill>
              </a:rPr>
              <a:t>MANUAL</a:t>
            </a:r>
            <a:br>
              <a:rPr lang="es-ES">
                <a:solidFill>
                  <a:schemeClr val="bg1"/>
                </a:solidFill>
              </a:rPr>
            </a:br>
            <a:r>
              <a:rPr lang="es-ES">
                <a:solidFill>
                  <a:schemeClr val="bg1"/>
                </a:solidFill>
              </a:rPr>
              <a:t>EUREKA BANK CON SOAP Y BASE DE DATOS- java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D0C571E-A349-4667-927F-5916BE607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9226" y="4572000"/>
            <a:ext cx="4261531" cy="1812758"/>
          </a:xfrm>
        </p:spPr>
        <p:txBody>
          <a:bodyPr>
            <a:normAutofit/>
          </a:bodyPr>
          <a:lstStyle/>
          <a:p>
            <a:r>
              <a:rPr lang="es-EC" b="1">
                <a:solidFill>
                  <a:schemeClr val="bg1"/>
                </a:solidFill>
              </a:rPr>
              <a:t>Integrantes:</a:t>
            </a:r>
            <a:r>
              <a:rPr lang="es-EC">
                <a:solidFill>
                  <a:schemeClr val="bg1"/>
                </a:solidFill>
              </a:rPr>
              <a:t> 	</a:t>
            </a:r>
          </a:p>
          <a:p>
            <a:r>
              <a:rPr lang="es-EC">
                <a:solidFill>
                  <a:schemeClr val="bg1"/>
                </a:solidFill>
              </a:rPr>
              <a:t>ANDRANGO CHRISTIAN</a:t>
            </a:r>
          </a:p>
          <a:p>
            <a:r>
              <a:rPr lang="es-EC">
                <a:solidFill>
                  <a:schemeClr val="bg1"/>
                </a:solidFill>
              </a:rPr>
              <a:t>CALAPAQUI GENESIS</a:t>
            </a:r>
          </a:p>
          <a:p>
            <a:r>
              <a:rPr lang="es-EC">
                <a:solidFill>
                  <a:schemeClr val="bg1"/>
                </a:solidFill>
              </a:rPr>
              <a:t>QUILUMBAQUIN JAIRO</a:t>
            </a:r>
          </a:p>
        </p:txBody>
      </p:sp>
      <p:pic>
        <p:nvPicPr>
          <p:cNvPr id="1026" name="Picture 2" descr="Resultado de imagen para espe">
            <a:extLst>
              <a:ext uri="{FF2B5EF4-FFF2-40B4-BE49-F238E27FC236}">
                <a16:creationId xmlns:a16="http://schemas.microsoft.com/office/drawing/2014/main" id="{F414D571-4BC8-480A-8CAB-8B16FE515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97" y="716302"/>
            <a:ext cx="11647502" cy="219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ítulo 2">
            <a:extLst>
              <a:ext uri="{FF2B5EF4-FFF2-40B4-BE49-F238E27FC236}">
                <a16:creationId xmlns:a16="http://schemas.microsoft.com/office/drawing/2014/main" id="{1967A448-01D9-4956-A50F-F9BFFBEC42EB}"/>
              </a:ext>
            </a:extLst>
          </p:cNvPr>
          <p:cNvSpPr txBox="1">
            <a:spLocks/>
          </p:cNvSpPr>
          <p:nvPr/>
        </p:nvSpPr>
        <p:spPr>
          <a:xfrm>
            <a:off x="9037063" y="5301801"/>
            <a:ext cx="4261531" cy="1235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s-EC" sz="1600" b="1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FECHA:  20</a:t>
            </a:r>
            <a:r>
              <a:rPr lang="es-EC" b="1" dirty="0">
                <a:solidFill>
                  <a:prstClr val="white"/>
                </a:solidFill>
                <a:latin typeface="Gill Sans MT" panose="020B0502020104020203"/>
              </a:rPr>
              <a:t>/01/2025</a:t>
            </a:r>
            <a:endParaRPr lang="es-EC" dirty="0">
              <a:solidFill>
                <a:prstClr val="white"/>
              </a:solidFill>
              <a:latin typeface="Gill Sans MT" panose="020B0502020104020203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kumimoji="0" lang="es-EC" sz="1600" b="1" i="0" u="none" strike="noStrike" kern="1200" cap="all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Ing</a:t>
            </a:r>
            <a:r>
              <a:rPr kumimoji="0" lang="es-EC" sz="1600" b="1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: </a:t>
            </a:r>
            <a:r>
              <a:rPr kumimoji="0" lang="es-EC" sz="16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Campaña mauricio</a:t>
            </a:r>
            <a:endParaRPr kumimoji="0" lang="es-EC" sz="1600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B78AAB0-61A1-4632-A25D-4FC9433D59B1}"/>
              </a:ext>
            </a:extLst>
          </p:cNvPr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06866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F404549-B4DC-481C-926C-DED3EF1C5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14406"/>
            <a:ext cx="12192000" cy="62435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8FD5CD-351E-4B06-8B78-BD5102D00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FCC8BE-29CF-4C4C-BE9D-AC08DC5E4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348" y="701336"/>
            <a:ext cx="3389726" cy="5424255"/>
          </a:xfrm>
        </p:spPr>
        <p:txBody>
          <a:bodyPr vert="horz" lIns="91440" tIns="45720" rIns="91440" bIns="45720" rtlCol="0" anchor="ctr">
            <a:normAutofit fontScale="77500" lnSpcReduction="20000"/>
          </a:bodyPr>
          <a:lstStyle/>
          <a:p>
            <a:r>
              <a:rPr lang="es-ES">
                <a:solidFill>
                  <a:schemeClr val="bg1"/>
                </a:solidFill>
              </a:rPr>
              <a:t>DESARROLLO</a:t>
            </a:r>
          </a:p>
          <a:p>
            <a:pPr lvl="1"/>
            <a:r>
              <a:rPr lang="es-ES">
                <a:solidFill>
                  <a:schemeClr val="bg1"/>
                </a:solidFill>
              </a:rPr>
              <a:t>OBJETIVO</a:t>
            </a:r>
          </a:p>
          <a:p>
            <a:pPr lvl="1"/>
            <a:r>
              <a:rPr lang="es-ES">
                <a:solidFill>
                  <a:schemeClr val="bg1"/>
                </a:solidFill>
              </a:rPr>
              <a:t>MODELO CONCEPTUAL DE LA BASE DE DATOS</a:t>
            </a:r>
          </a:p>
          <a:p>
            <a:pPr lvl="1"/>
            <a:r>
              <a:rPr lang="es-ES">
                <a:solidFill>
                  <a:schemeClr val="bg1"/>
                </a:solidFill>
              </a:rPr>
              <a:t>CREAR BASE DE DATOS</a:t>
            </a:r>
          </a:p>
          <a:p>
            <a:pPr lvl="1"/>
            <a:r>
              <a:rPr lang="es-ES">
                <a:solidFill>
                  <a:schemeClr val="bg1"/>
                </a:solidFill>
              </a:rPr>
              <a:t>CREACIÓN DEL SERVIDOR SOAP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CREAR BASE DE DATOS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CREACIÓN DEL SERVIDOR SOAP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CREACIÓN DEL PROYECTO – CLIENTE CONSOLA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CREACIÓN DEL PROYECTO – CLIENTE ESCRITORIO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CREACIÓN DEL PROYECTO – CLIENTE WEB</a:t>
            </a:r>
          </a:p>
          <a:p>
            <a:pPr marL="763200" lvl="1">
              <a:defRPr/>
            </a:pPr>
            <a:r>
              <a:rPr lang="es-ES" sz="1800">
                <a:solidFill>
                  <a:schemeClr val="bg1"/>
                </a:solidFill>
              </a:rPr>
              <a:t>CREACIÓN DEL PROYECTO – CLIENTE MOVIL</a:t>
            </a:r>
          </a:p>
          <a:p>
            <a:pPr marR="0" lvl="0" fontAlgn="auto">
              <a:lnSpc>
                <a:spcPct val="100000"/>
              </a:lnSpc>
              <a:tabLst/>
              <a:defRPr/>
            </a:pPr>
            <a:r>
              <a:rPr lang="es-ES">
                <a:solidFill>
                  <a:schemeClr val="bg1"/>
                </a:solidFill>
              </a:rPr>
              <a:t>CONCLUSIONES</a:t>
            </a:r>
          </a:p>
          <a:p>
            <a:pPr marR="0" lvl="0" fontAlgn="auto">
              <a:lnSpc>
                <a:spcPct val="100000"/>
              </a:lnSpc>
              <a:tabLst/>
              <a:defRPr/>
            </a:pPr>
            <a:r>
              <a:rPr lang="es-ES">
                <a:solidFill>
                  <a:schemeClr val="bg1"/>
                </a:solidFill>
              </a:rPr>
              <a:t>RECOMENDACIONES</a:t>
            </a:r>
          </a:p>
          <a:p>
            <a:pPr marR="0" lvl="0" fontAlgn="auto">
              <a:lnSpc>
                <a:spcPct val="100000"/>
              </a:lnSpc>
              <a:tabLst/>
              <a:defRPr/>
            </a:pPr>
            <a:r>
              <a:rPr lang="es-ES">
                <a:solidFill>
                  <a:schemeClr val="bg1"/>
                </a:solidFill>
              </a:rPr>
              <a:t>BIBLIOGRAFÍA</a:t>
            </a:r>
          </a:p>
        </p:txBody>
      </p:sp>
      <p:pic>
        <p:nvPicPr>
          <p:cNvPr id="6" name="Picture 2" descr="Resultado de imagen para AGENDA PNG">
            <a:extLst>
              <a:ext uri="{FF2B5EF4-FFF2-40B4-BE49-F238E27FC236}">
                <a16:creationId xmlns:a16="http://schemas.microsoft.com/office/drawing/2014/main" id="{BEAB8E00-371D-4C0F-B6B7-9BEE622AF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91522" y="1935576"/>
            <a:ext cx="6489819" cy="3007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2A76E918-E1AF-47F5-B0A9-06C8BD2DAC04}"/>
              </a:ext>
            </a:extLst>
          </p:cNvPr>
          <p:cNvSpPr txBox="1"/>
          <p:nvPr/>
        </p:nvSpPr>
        <p:spPr>
          <a:xfrm>
            <a:off x="11817675" y="6474048"/>
            <a:ext cx="3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C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49377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8589441" cy="3678303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2.1	OBJETIVO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Desarrollar e implementar un Web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Service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utilizando 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SOAP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mediante JAVA para realizar el registro y consulta de movimientos monetarios, ilustrando los pasos generales para su creación.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3141142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8589441" cy="1380851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2.2	MODELO CONCEPTUAL DE LA BASE DE DATOS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A continuación, se presente el modelo conceptual de la base de datos “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EurekaBank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FD01580-FB65-8EA9-91BA-B66940DFA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6970" y="3429000"/>
            <a:ext cx="5222131" cy="32747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5893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2.3	CREAR BASE DE DATOS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</a:t>
            </a: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 la nube de Google Cloud se creará una cuenta nueva, para este caso se usará la cuenta de Gmail.</a:t>
            </a: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65EE582-2A0E-EC6B-AF19-77496C1152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671" y="3551087"/>
            <a:ext cx="3996824" cy="224808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8" name="Imagen 7" descr="Una captura de pantalla de una computadora&#10;&#10;Descripción generada automáticamente">
            <a:extLst>
              <a:ext uri="{FF2B5EF4-FFF2-40B4-BE49-F238E27FC236}">
                <a16:creationId xmlns:a16="http://schemas.microsoft.com/office/drawing/2014/main" id="{AAE67660-257C-B305-5505-B785B6C574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2559" y="4118751"/>
            <a:ext cx="4619192" cy="259856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372064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	</a:t>
            </a:r>
            <a:r>
              <a:rPr lang="es-MX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Una vez creada la base de datos se utilizará Cloud Shell para crear las tablas y realizar la inserción de los datos .</a:t>
            </a: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Una captura de pantalla de una computadora&#10;&#10;Descripción generada automáticamente">
            <a:extLst>
              <a:ext uri="{FF2B5EF4-FFF2-40B4-BE49-F238E27FC236}">
                <a16:creationId xmlns:a16="http://schemas.microsoft.com/office/drawing/2014/main" id="{CCC54E97-83CF-41C9-52C9-13ED0C9971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1012" y="3296117"/>
            <a:ext cx="4749800" cy="267208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570658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99497"/>
            <a:ext cx="8589441" cy="1013800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	Se procede a abrir nuestro script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Crea_DB</a:t>
            </a: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copiamos su contenido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 </a:t>
            </a: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PEGAMOS en </a:t>
            </a:r>
            <a:r>
              <a:rPr lang="es-ES" dirty="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CloudShell</a:t>
            </a: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Usando el comando show tables verificamos que todo esta OK</a:t>
            </a: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C5898E1-3245-B407-6802-3EEFB3DB2D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1261" y="2896838"/>
            <a:ext cx="3569301" cy="376706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7457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48998"/>
            <a:ext cx="8589441" cy="763187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	Ahora para insertar datos deberemos usar nuestro script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Carga_Datos.sql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copiamos y PEGAMOS su contenido en nuestra consola y verificamos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98F1042C-1B27-8241-1EFE-8EEDF9188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711" y="3280820"/>
            <a:ext cx="6506681" cy="287502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559156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8589441" cy="1248504"/>
          </a:xfrm>
        </p:spPr>
        <p:txBody>
          <a:bodyPr>
            <a:normAutofit fontScale="92500" lnSpcReduction="20000"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2.4	Creación del Servidor SOAP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El siguiente paso del proyecto es crear el servidor de la aplicación, recordando que este debe ser necesariamente web, además de que debe ser creado y guardado en la carpeta 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WS_EUREKA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 crea entonces un proyecto seleccionando la opción File &gt; New Project.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7574C6E1-040A-44C3-A68A-91B469C0B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105" y="4094831"/>
            <a:ext cx="3200400" cy="11049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8BE97F0-C8CF-200B-E95C-7CFB4162B2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6222" y="3290058"/>
            <a:ext cx="5052757" cy="3407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893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692" y="1962876"/>
            <a:ext cx="8589441" cy="609601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	Luego ajustar las configuraciones del servidor.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41490704-DF8F-1A58-6D46-602A9D180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454" y="2819397"/>
            <a:ext cx="5400040" cy="370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1525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242" y="2009047"/>
            <a:ext cx="8589441" cy="600803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	Se salta la ventana de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frameworks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dejando todo por defecto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A3FAA425-4E17-9542-8870-EF195166CF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169" y="2609850"/>
            <a:ext cx="5400040" cy="3792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198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1948226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	Se verifica que todo salió bien cuando en el IDE se muestra el siguiente archivo.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6DD3F292-7A44-2D15-84D0-BC501BF72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425" y="3283739"/>
            <a:ext cx="5400040" cy="287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467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48226"/>
            <a:ext cx="8589441" cy="1600466"/>
          </a:xfrm>
        </p:spPr>
        <p:txBody>
          <a:bodyPr>
            <a:normAutofit fontScale="92500" lnSpcReduction="10000"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	Como siguiente paso, se crean los paquetes necesarios para la aplicación basándose en MVC, los cuales son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db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modelo, vista, controlador, prueba, servicio y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ws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 la creación de un paquete se debe realizar lo siguiente, después todos los paquetes que se quieran crear siguen la misma lógica, iniciando por la selección de la carpeta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Source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Packages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 presionando clic derecho para luego escoger la opción New &gt; Java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Package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8AC83F06-4DD4-9C34-B6D1-B96B11440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697" y="4081752"/>
            <a:ext cx="3752215" cy="1268730"/>
          </a:xfrm>
          <a:prstGeom prst="rect">
            <a:avLst/>
          </a:prstGeom>
        </p:spPr>
      </p:pic>
      <p:pic>
        <p:nvPicPr>
          <p:cNvPr id="7" name="Imagen 6" descr="Interfaz de usuario gráfica, Texto, Aplicación, Chat o mensaje de texto&#10;&#10;Descripción generada automáticamente">
            <a:extLst>
              <a:ext uri="{FF2B5EF4-FFF2-40B4-BE49-F238E27FC236}">
                <a16:creationId xmlns:a16="http://schemas.microsoft.com/office/drawing/2014/main" id="{BC050511-8D70-4DC1-9A22-F5D1004A1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6279" y="4081752"/>
            <a:ext cx="3067050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543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93860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	Se procede a codificar la nueva clase llamada Movimiento la codificación está en la Tabla 5, creada la clase movimiento, se procede a implementar los servicios, para ello se crea una nueva clase llamada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EurekaService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dentro del paquete servicio.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Interfaz de usuario gráfica, Aplicación, Correo electrónico&#10;&#10;Descripción generada automáticamente">
            <a:extLst>
              <a:ext uri="{FF2B5EF4-FFF2-40B4-BE49-F238E27FC236}">
                <a16:creationId xmlns:a16="http://schemas.microsoft.com/office/drawing/2014/main" id="{1914A090-4456-A30A-8AA2-90E1D2724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674" y="3268388"/>
            <a:ext cx="4865705" cy="3372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630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06" y="1793860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8.	Una vez creada la clase, se procede a agregar los métodos de leer movimientos y registrar depósitos.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BC09C35C-55B6-030F-B1C4-A0ECABBCD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587" y="3039899"/>
            <a:ext cx="4323715" cy="311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875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06" y="1793860"/>
            <a:ext cx="8589441" cy="1248504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9.	Una vez modelo, servicio estén activos, deberemos escribir el siguiente código y posteriormente Correr nuestro servidor.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6047989B-7E20-DA6A-F63C-7A6A90C48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9800" y="3270359"/>
            <a:ext cx="4552315" cy="2249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295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32487"/>
            <a:ext cx="8589441" cy="771250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10.	Para verificar su funcionamiento, se procede a ejecutar el proyecto y como resultado, se obtendrá una ventana similar a la siguiente.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Interfaz de usuario gráfica, Aplicación, Word&#10;&#10;Descripción generada automáticamente">
            <a:extLst>
              <a:ext uri="{FF2B5EF4-FFF2-40B4-BE49-F238E27FC236}">
                <a16:creationId xmlns:a16="http://schemas.microsoft.com/office/drawing/2014/main" id="{B0231F20-C27A-2FDB-EEC4-F401ADB67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061" y="3274647"/>
            <a:ext cx="7559702" cy="1559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611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 fontScale="92500" lnSpcReduction="10000"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2.5	CREACIÓN DEL PROYECTO – CLIENTE CONSOLA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Creamos un nuevo proyecto java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aplicacion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especificamente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en este orden, Java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with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Ant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-&gt; Java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D2E7A110-14B3-518E-3AEB-85D14D35E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267" y="2937697"/>
            <a:ext cx="5449247" cy="3017708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5799CFED-916B-D491-ED40-480DB0933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1578" y="3325141"/>
            <a:ext cx="3152140" cy="224282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0485567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 fontScale="92500" lnSpcReduction="10000"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	Se crea un cliente de servicio web. Tomar en cuenta que el proyecto servidor debe estar desplegado, el siguiente paso es presionar en proyecto y explorar y buscar el servicio de nuestro servidor previamente desplegado.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Interfaz de usuario gráfica, Aplicación, Teams&#10;&#10;Descripción generada automáticamente">
            <a:extLst>
              <a:ext uri="{FF2B5EF4-FFF2-40B4-BE49-F238E27FC236}">
                <a16:creationId xmlns:a16="http://schemas.microsoft.com/office/drawing/2014/main" id="{AE9D8A04-3BFA-87A4-70EA-155D2C78E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74" y="4071492"/>
            <a:ext cx="3848100" cy="92646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6AAA6066-7FF7-909E-3F2C-BFC929D6E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350" y="3429000"/>
            <a:ext cx="4608289" cy="2369977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0225469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8" name="Imagen 7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497D8138-9E22-356E-F48C-2A0AB1630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15" y="2418112"/>
            <a:ext cx="5456094" cy="329507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0DD3D62-D1FA-1A2C-B1F5-3B6E423E8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1969" y="2703645"/>
            <a:ext cx="2714625" cy="24384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4608371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MVC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Texto&#10;&#10;Descripción generada automáticamente">
            <a:extLst>
              <a:ext uri="{FF2B5EF4-FFF2-40B4-BE49-F238E27FC236}">
                <a16:creationId xmlns:a16="http://schemas.microsoft.com/office/drawing/2014/main" id="{4AD823BB-6ABD-13D9-55A6-6AE4C64EA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343" y="3054226"/>
            <a:ext cx="4529079" cy="2263556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6770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 procede a implementar los servicios, para ello se crea una nueva clase llamada </a:t>
            </a:r>
            <a:r>
              <a:rPr lang="es-ES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EurekaService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dentro del paquete servicio. 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A2818FF7-1B64-9D9C-F97B-72B22F5CB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98" y="2973517"/>
            <a:ext cx="4848783" cy="336933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Texto&#10;&#10;Descripción generada automáticamente">
            <a:extLst>
              <a:ext uri="{FF2B5EF4-FFF2-40B4-BE49-F238E27FC236}">
                <a16:creationId xmlns:a16="http://schemas.microsoft.com/office/drawing/2014/main" id="{B161932C-C548-79D3-91E0-CF2D8C929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8695" y="3009737"/>
            <a:ext cx="3220720" cy="333311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9446656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02964"/>
            <a:ext cx="8589441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Para crear el controlador, es necesario crear un paquete y crear una nueva clase llamada </a:t>
            </a:r>
            <a:r>
              <a:rPr lang="es-ES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EurekaController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. 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F00D934E-05EC-64DA-8B5A-50467C0DE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" y="3214428"/>
            <a:ext cx="4044950" cy="279463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Texto&#10;&#10;Descripción generada automáticamente">
            <a:extLst>
              <a:ext uri="{FF2B5EF4-FFF2-40B4-BE49-F238E27FC236}">
                <a16:creationId xmlns:a16="http://schemas.microsoft.com/office/drawing/2014/main" id="{5F8B1FD7-0543-373D-96F9-AE466880C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414" y="2518820"/>
            <a:ext cx="4442171" cy="401533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553096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716" y="1870471"/>
            <a:ext cx="8654883" cy="88354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Ahora vamos a codificar nuestro main, ya que al tratarse de una aplicación únicamente consola, vamos a usar lo siguiente: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Texto&#10;&#10;Descripción generada automáticamente">
            <a:extLst>
              <a:ext uri="{FF2B5EF4-FFF2-40B4-BE49-F238E27FC236}">
                <a16:creationId xmlns:a16="http://schemas.microsoft.com/office/drawing/2014/main" id="{D166A81D-9268-8960-A3D2-5E430FCE1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996" y="2908531"/>
            <a:ext cx="4978400" cy="351091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410348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18112"/>
            <a:ext cx="2808303" cy="2877583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	La vista de Registrar Deposito desplegará un formulario para llenar el campo Cuenta y la cantidad de importe.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D3337B16-FD7B-CDDC-79A3-5A23321553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3326"/>
          <a:stretch/>
        </p:blipFill>
        <p:spPr>
          <a:xfrm>
            <a:off x="3569808" y="2186994"/>
            <a:ext cx="5479868" cy="37955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631002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60969"/>
            <a:ext cx="8431632" cy="1114286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Realizado el servidor se avanza a la aplicación cliente, para ello se crea un nuevo proyecto de tipo Java </a:t>
            </a:r>
            <a:r>
              <a:rPr lang="es-ES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llamado </a:t>
            </a:r>
            <a:r>
              <a:rPr lang="es-ES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WSEurekaClient</a:t>
            </a:r>
            <a:r>
              <a:rPr lang="es-ES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s-E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F232F94-7352-F734-E713-539D7E6BA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777" y="2844482"/>
            <a:ext cx="6552248" cy="3578481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0574897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60969"/>
            <a:ext cx="8431632" cy="1114286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	Se crea un cliente de servicio web.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A701B25-F947-DB0C-8AE4-26FEF2508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1" y="3045073"/>
            <a:ext cx="3999843" cy="286096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C6EB490A-A215-ED2F-0E5E-EABD82BC08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2981" y="3045073"/>
            <a:ext cx="3999843" cy="286096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2027208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5956"/>
            <a:ext cx="8431632" cy="76591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	Se crea la capa de servicio para llamar los métodos del web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service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36CE2F60-2930-DC9D-2C80-99DC16394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65" y="2481871"/>
            <a:ext cx="5885498" cy="405346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2D512829-27C3-38FD-F40E-3D51596E1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464" y="3237323"/>
            <a:ext cx="2118360" cy="209931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4931504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5956"/>
            <a:ext cx="8431632" cy="76591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	Para la creación de la capa de pruebas es necesario crear un nuevo paquete.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3A5E7599-42B0-0F10-393F-2F4A93F25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2481871"/>
            <a:ext cx="5879118" cy="4054489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7" name="Imagen 6" descr="Texto&#10;&#10;Descripción generada automáticamente">
            <a:extLst>
              <a:ext uri="{FF2B5EF4-FFF2-40B4-BE49-F238E27FC236}">
                <a16:creationId xmlns:a16="http://schemas.microsoft.com/office/drawing/2014/main" id="{D7837778-A24A-9417-B220-05B938ABB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453" y="3980842"/>
            <a:ext cx="1943100" cy="79057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9215194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15956"/>
            <a:ext cx="8431632" cy="76591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	Para crear el controlador, es necesario crear un paquete y crear una nueva clase.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 descr="Texto&#10;&#10;Descripción generada automáticamente">
            <a:extLst>
              <a:ext uri="{FF2B5EF4-FFF2-40B4-BE49-F238E27FC236}">
                <a16:creationId xmlns:a16="http://schemas.microsoft.com/office/drawing/2014/main" id="{D7837778-A24A-9417-B220-05B938ABB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0453" y="3980842"/>
            <a:ext cx="1943100" cy="79057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7AB6615-7985-5929-08A6-7B7AD1C9A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993" y="3896452"/>
            <a:ext cx="1933575" cy="39052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5B52587-E477-EC5A-8B08-8F29F47FA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0712" y="2266047"/>
            <a:ext cx="6677957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03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5" y="3117273"/>
            <a:ext cx="3478190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6.	</a:t>
            </a:r>
            <a:r>
              <a:rPr lang="es-ES" sz="20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Pesta</a:t>
            </a:r>
            <a:r>
              <a:rPr lang="es-EC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ña Principal Aplicación Escritorio</a:t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Sitio web&#10;&#10;Descripción generada automáticamente">
            <a:extLst>
              <a:ext uri="{FF2B5EF4-FFF2-40B4-BE49-F238E27FC236}">
                <a16:creationId xmlns:a16="http://schemas.microsoft.com/office/drawing/2014/main" id="{D8E289ED-8FCA-7DEC-8A86-26ED50A43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975" y="1981199"/>
            <a:ext cx="3998384" cy="416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0991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529" y="1376022"/>
            <a:ext cx="4393475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Pestaña de Operaciones.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525C5F75-9962-E6B4-73B2-405BB32A10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03" y="2540733"/>
            <a:ext cx="3539537" cy="3316163"/>
          </a:xfrm>
          <a:prstGeom prst="rect">
            <a:avLst/>
          </a:prstGeom>
        </p:spPr>
      </p:pic>
      <p:pic>
        <p:nvPicPr>
          <p:cNvPr id="6" name="Imagen 5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D55904FC-DE7E-0929-C3CF-469E56018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9918" y="2540733"/>
            <a:ext cx="3624976" cy="3435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1451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802" y="1498151"/>
            <a:ext cx="5152232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Pestaña Movimientos Origen</a:t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F66A479-61A3-E0B7-2AED-2C2A74208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104" y="2636401"/>
            <a:ext cx="7480183" cy="3821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2201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0ED46-3522-A2FE-6C8B-B73BD69FC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70251-CF20-29D3-F6DF-5900ED571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5E156A7-71A7-AFF5-E5DD-3131BD147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5802" y="1498151"/>
            <a:ext cx="5152232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Pestaña Movimientos Destino</a:t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312F9851-086E-02DD-29AF-FD417EC8DEE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Interfaz de usuario gráfica, Tabla&#10;&#10;Descripción generada automáticamente">
            <a:extLst>
              <a:ext uri="{FF2B5EF4-FFF2-40B4-BE49-F238E27FC236}">
                <a16:creationId xmlns:a16="http://schemas.microsoft.com/office/drawing/2014/main" id="{AE6D7C06-5413-F3B8-A612-74F81732A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078" y="2542841"/>
            <a:ext cx="7246079" cy="3675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0428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09" y="1715956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Como tercer paso, se crea el proyecto web que permite un funcionamiento multiplataforma.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 deben tener en cuenta los siguientes pasos para desarrollar el proyecto.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8192789-2796-8DE1-5DB1-9F7E7EFA1F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372" y="3158736"/>
            <a:ext cx="5220335" cy="238125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8" name="Imagen 7" descr="Texto&#10;&#10;Descripción generada automáticamente">
            <a:extLst>
              <a:ext uri="{FF2B5EF4-FFF2-40B4-BE49-F238E27FC236}">
                <a16:creationId xmlns:a16="http://schemas.microsoft.com/office/drawing/2014/main" id="{ED07517D-C6B1-8130-7675-1E1C74DC1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524" y="3699265"/>
            <a:ext cx="5482076" cy="295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9033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09" y="1986220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Estructura WEB.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6" name="Imagen 5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7041D818-6BBF-6A53-1139-114780853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912" y="1986220"/>
            <a:ext cx="3071813" cy="381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2911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570" y="1585592"/>
            <a:ext cx="8576663" cy="144278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</a:t>
            </a: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Vista principal index.html</a:t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9094C0C4-F4D8-FA33-3567-2E0A40039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06" y="2504142"/>
            <a:ext cx="5591770" cy="3921745"/>
          </a:xfrm>
          <a:prstGeom prst="rect">
            <a:avLst/>
          </a:prstGeom>
        </p:spPr>
      </p:pic>
      <p:pic>
        <p:nvPicPr>
          <p:cNvPr id="4" name="Imagen 3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AB2DE2E3-3CCE-8F06-88CC-D4ECF8510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161" y="3044648"/>
            <a:ext cx="3588456" cy="371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357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541167"/>
            <a:ext cx="5504256" cy="923925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	Vista realizarConsultas.html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8914179-74A8-1C71-0B00-7612BC38C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61" y="2238474"/>
            <a:ext cx="5748921" cy="4097008"/>
          </a:xfrm>
          <a:prstGeom prst="rect">
            <a:avLst/>
          </a:prstGeom>
        </p:spPr>
      </p:pic>
      <p:pic>
        <p:nvPicPr>
          <p:cNvPr id="3" name="Imagen 2" descr="Imagen que contiene Tabla&#10;&#10;Descripción generada automáticamente">
            <a:extLst>
              <a:ext uri="{FF2B5EF4-FFF2-40B4-BE49-F238E27FC236}">
                <a16:creationId xmlns:a16="http://schemas.microsoft.com/office/drawing/2014/main" id="{B53AB292-B6FA-9A42-D9A0-54A2C5EA5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640" y="4961113"/>
            <a:ext cx="7802387" cy="138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8716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02233"/>
            <a:ext cx="4562308" cy="385338"/>
          </a:xfrm>
        </p:spPr>
        <p:txBody>
          <a:bodyPr>
            <a:normAutofit fontScale="92500"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Pestaña principal Deposito 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F042EBD9-631A-D937-753D-5DAC025CA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74" y="2395395"/>
            <a:ext cx="6496676" cy="4172494"/>
          </a:xfrm>
          <a:prstGeom prst="rect">
            <a:avLst/>
          </a:prstGeom>
        </p:spPr>
      </p:pic>
      <p:pic>
        <p:nvPicPr>
          <p:cNvPr id="3" name="Imagen 2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9E866AAD-862F-D2E6-274C-001C5898FB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659" t="37470" r="37835" b="8787"/>
          <a:stretch/>
        </p:blipFill>
        <p:spPr>
          <a:xfrm>
            <a:off x="5894962" y="3777416"/>
            <a:ext cx="3142034" cy="279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5522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02233"/>
            <a:ext cx="4562308" cy="385338"/>
          </a:xfrm>
        </p:spPr>
        <p:txBody>
          <a:bodyPr>
            <a:normAutofit fontScale="92500"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latin typeface="Cambria"/>
                <a:ea typeface="Calibri"/>
                <a:cs typeface="Times New Roman"/>
              </a:rPr>
              <a:t>5</a:t>
            </a:r>
            <a:r>
              <a:rPr lang="es-ES" sz="2000" dirty="0">
                <a:effectLst/>
                <a:latin typeface="Cambria"/>
                <a:ea typeface="Calibri"/>
                <a:cs typeface="Times New Roman"/>
              </a:rPr>
              <a:t>. </a:t>
            </a:r>
            <a:r>
              <a:rPr lang="es-ES" sz="2000" dirty="0">
                <a:latin typeface="Cambria"/>
                <a:ea typeface="Calibri"/>
                <a:cs typeface="Times New Roman"/>
              </a:rPr>
              <a:t>Movimiento - Transferencia</a:t>
            </a:r>
            <a:endParaRPr lang="es-ES" sz="2000" dirty="0">
              <a:effectLst/>
              <a:latin typeface="Cambria"/>
              <a:ea typeface="Calibri"/>
              <a:cs typeface="Times New Roman"/>
            </a:endParaRPr>
          </a:p>
        </p:txBody>
      </p:sp>
      <p:pic>
        <p:nvPicPr>
          <p:cNvPr id="4" name="Imagen 3" descr="Interfaz de usuario gráfica, Aplicación&#10;&#10;El contenido generado por inteligencia artificial puede ser incorrecto.">
            <a:extLst>
              <a:ext uri="{FF2B5EF4-FFF2-40B4-BE49-F238E27FC236}">
                <a16:creationId xmlns:a16="http://schemas.microsoft.com/office/drawing/2014/main" id="{A94FF92A-A7C1-E8E0-48B1-88E35AEF0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93" y="2668254"/>
            <a:ext cx="7846093" cy="319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7259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MOVIL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02233"/>
            <a:ext cx="4562308" cy="385338"/>
          </a:xfrm>
        </p:spPr>
        <p:txBody>
          <a:bodyPr>
            <a:normAutofit fontScale="92500"/>
          </a:bodyPr>
          <a:lstStyle/>
          <a:p>
            <a:pPr marL="34290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 dirty="0">
                <a:latin typeface="Cambria"/>
                <a:ea typeface="Calibri"/>
                <a:cs typeface="Times New Roman"/>
              </a:rPr>
              <a:t>5</a:t>
            </a:r>
            <a:r>
              <a:rPr lang="es-ES" sz="2000" dirty="0">
                <a:effectLst/>
                <a:latin typeface="Cambria"/>
                <a:ea typeface="Calibri"/>
                <a:cs typeface="Times New Roman"/>
              </a:rPr>
              <a:t>. </a:t>
            </a:r>
            <a:r>
              <a:rPr lang="es-ES" sz="2000" dirty="0">
                <a:latin typeface="Cambria"/>
                <a:ea typeface="Calibri"/>
                <a:cs typeface="Times New Roman"/>
              </a:rPr>
              <a:t>Tabla de Movimiento </a:t>
            </a:r>
            <a:endParaRPr lang="es-ES" sz="2000" dirty="0">
              <a:effectLst/>
              <a:latin typeface="Cambria"/>
              <a:ea typeface="Calibri"/>
              <a:cs typeface="Times New Roman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E21A0D0-E3B6-BA67-2ABB-0DA58A2E2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42" y="2505756"/>
            <a:ext cx="4343401" cy="22819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C77124C-D473-990E-B457-1BEB7D26D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086" y="4024992"/>
            <a:ext cx="4332514" cy="2302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0595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398" y="1867247"/>
            <a:ext cx="8451972" cy="433401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	Creación proyecto cliente móvil.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D6314B6-FC3A-EFB4-96AA-A8BA51504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425" y="2389313"/>
            <a:ext cx="5400040" cy="530225"/>
          </a:xfrm>
          <a:prstGeom prst="rect">
            <a:avLst/>
          </a:prstGeom>
        </p:spPr>
      </p:pic>
      <p:pic>
        <p:nvPicPr>
          <p:cNvPr id="7" name="Imagen 6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C282C153-9AC7-291A-103F-7F58609939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15" y="3008203"/>
            <a:ext cx="4714875" cy="1381086"/>
          </a:xfrm>
          <a:prstGeom prst="rect">
            <a:avLst/>
          </a:prstGeom>
        </p:spPr>
      </p:pic>
      <p:pic>
        <p:nvPicPr>
          <p:cNvPr id="9" name="Imagen 8" descr="Captura de pantalla de un celular&#10;&#10;Descripción generada automáticamente">
            <a:extLst>
              <a:ext uri="{FF2B5EF4-FFF2-40B4-BE49-F238E27FC236}">
                <a16:creationId xmlns:a16="http://schemas.microsoft.com/office/drawing/2014/main" id="{C7C5FAB0-BA9F-55AE-DB29-83177A3657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2230" y="4131310"/>
            <a:ext cx="5400040" cy="260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604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1212"/>
            <a:ext cx="8451972" cy="101380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	MVC, clases en diferentes paquetes</a:t>
            </a:r>
          </a:p>
        </p:txBody>
      </p:sp>
      <p:pic>
        <p:nvPicPr>
          <p:cNvPr id="3" name="Imagen 2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50478F29-34EC-59AA-7B16-69C927D26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957" y="3201128"/>
            <a:ext cx="3790950" cy="2171700"/>
          </a:xfrm>
          <a:prstGeom prst="rect">
            <a:avLst/>
          </a:prstGeom>
        </p:spPr>
      </p:pic>
      <p:pic>
        <p:nvPicPr>
          <p:cNvPr id="8" name="Imagen 7" descr="Interfaz de usuario gráfica&#10;&#10;Descripción generada automáticamente con confianza media">
            <a:extLst>
              <a:ext uri="{FF2B5EF4-FFF2-40B4-BE49-F238E27FC236}">
                <a16:creationId xmlns:a16="http://schemas.microsoft.com/office/drawing/2014/main" id="{63485D15-1D9F-8369-0DEE-20F539E5C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487" y="2915487"/>
            <a:ext cx="3133725" cy="58102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7094555-217C-B36C-897F-637365B76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1579" y="3666694"/>
            <a:ext cx="1909763" cy="52518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F8E3F3C-9F73-AB0B-EBD4-03A0A34CC1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3487" y="4500787"/>
            <a:ext cx="2466106" cy="536423"/>
          </a:xfrm>
          <a:prstGeom prst="rect">
            <a:avLst/>
          </a:prstGeom>
        </p:spPr>
      </p:pic>
      <p:pic>
        <p:nvPicPr>
          <p:cNvPr id="11" name="Imagen 10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31B59A67-36C8-1728-081C-7FE6B1F9CA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3052" y="5336593"/>
            <a:ext cx="152400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9662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DESARROLLO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rgbClr val="FFFF00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59BE94F-2D0C-0AD9-F01E-B29BFE134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1212"/>
            <a:ext cx="8451972" cy="1013800"/>
          </a:xfrm>
        </p:spPr>
        <p:txBody>
          <a:bodyPr>
            <a:normAutofit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20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	</a:t>
            </a:r>
            <a:r>
              <a:rPr lang="es-ES" sz="200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Ventanas o pantallas en ejecución aplicativo </a:t>
            </a:r>
            <a:r>
              <a:rPr lang="es-ES" sz="2000" err="1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movil</a:t>
            </a:r>
            <a:endParaRPr lang="es-ES" sz="20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6DCAA37-DC4A-8B86-5B7A-7E85D5C312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92" y="2804540"/>
            <a:ext cx="1640059" cy="3737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n 9" descr="Tabla&#10;&#10;Descripción generada automáticamente">
            <a:extLst>
              <a:ext uri="{FF2B5EF4-FFF2-40B4-BE49-F238E27FC236}">
                <a16:creationId xmlns:a16="http://schemas.microsoft.com/office/drawing/2014/main" id="{81F325D0-14D7-9490-F13D-162309064F5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2949" y="3429000"/>
            <a:ext cx="4552315" cy="199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Imagen 7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6BE71841-5CC3-56BB-3949-BF4D0E20C2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8535" y="2804541"/>
            <a:ext cx="1640059" cy="373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2674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AF601B-7D4E-4D51-9BA2-A881194A1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B8F572-C439-414C-90FA-BE3C081E9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8589441" cy="3678303"/>
          </a:xfrm>
        </p:spPr>
        <p:txBody>
          <a:bodyPr/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SOAP (Simple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Object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Access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Protocol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es un protocolo estandarizado que define cómo los mensajes deben ser enviados y recibidos. Es más estricto y pesado que REST, pero proporciona robustez y seguridad adicional.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Java ofrece una amplia gama de herramientas y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frameworks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para trabajar con SOAP, como JAX-WS (Java API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XML Web </a:t>
            </a:r>
            <a:r>
              <a:rPr lang="es-ES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Services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y Apache CXF, que simplifican la creación y consumo de servicios SOAP.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FCE21EE-10DC-4503-9FD7-8D2960C780CB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28919916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DBC33A-CD42-4FC7-A6A8-7EDA27FD2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Recomendaciones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0960AD-F226-4240-9557-9B1A56633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356" y="1857178"/>
            <a:ext cx="8500664" cy="2429799"/>
          </a:xfrm>
        </p:spPr>
        <p:txBody>
          <a:bodyPr>
            <a:normAutofit fontScale="92500" lnSpcReduction="10000"/>
          </a:bodyPr>
          <a:lstStyle/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Utilizar las capacidades integradas de Apache NetBeans para desarrollar y consumir servicios SOAP con JAX-WS. NetBeans proporciona asistentes y plantillas que facilitan la generación de servicios y clientes SOAP.</a:t>
            </a: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Desplegar los servicios SOAP en servidores de aplicaciones como Apache Tomcat o </a:t>
            </a:r>
            <a:r>
              <a:rPr lang="es-ES" sz="1800" dirty="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GlassFish</a:t>
            </a:r>
            <a:r>
              <a:rPr lang="es-ES" sz="1800" dirty="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que son compatibles y están bien integrados con </a:t>
            </a:r>
            <a:r>
              <a:rPr lang="es-ES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NetBeans.</a:t>
            </a:r>
          </a:p>
          <a:p>
            <a:pPr marL="0" marR="0" lvl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ES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Migrar la base de datos a un servicio en la nube como Google Cloud facilita la creación de sistemas distribuidos.</a:t>
            </a:r>
            <a:endParaRPr lang="es-ES" sz="1800" dirty="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54452AF-173F-4A3B-AAAA-2E1E26784C6F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1795761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290989-CA87-4621-A0C3-233A33CC6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Bibliografía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B0FD96C-3240-4673-A01D-AB9F82CF6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8571686" cy="3678303"/>
          </a:xfrm>
        </p:spPr>
        <p:txBody>
          <a:bodyPr/>
          <a:lstStyle/>
          <a:p>
            <a:pPr marL="243840" marR="0" indent="-24384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243840" algn="l"/>
              </a:tabLst>
            </a:pPr>
            <a:r>
              <a:rPr lang="es-EC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[1]	«Desarrollo y servicios Web.,» 26 SEP 2019. [En línea]. </a:t>
            </a:r>
            <a:r>
              <a:rPr lang="es-EC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Available</a:t>
            </a:r>
            <a:r>
              <a:rPr lang="es-EC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http://www.eumed.net/tesis-doctorales/2007/cavl/Desarrollo%20y%20servicios%20Web.htm. .</a:t>
            </a:r>
            <a:endParaRPr lang="en-U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s-EC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[2] 	M. </a:t>
            </a:r>
            <a:r>
              <a:rPr lang="es-EC" sz="1800" err="1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Arl</a:t>
            </a:r>
            <a:r>
              <a:rPr lang="es-EC" sz="1800">
                <a:effectLst/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y Rodríguez, “SOA vs. SOAP y REST”, Adictos al trabajo, 2014. . </a:t>
            </a:r>
            <a:endParaRPr lang="en-US" sz="1800">
              <a:effectLst/>
              <a:latin typeface="Cambria" panose="020405030504060302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C9745E7-07CB-4EAD-AB25-DF4CD32FFD3F}"/>
              </a:ext>
            </a:extLst>
          </p:cNvPr>
          <p:cNvSpPr/>
          <p:nvPr/>
        </p:nvSpPr>
        <p:spPr>
          <a:xfrm>
            <a:off x="9383697" y="0"/>
            <a:ext cx="2808303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MARCO TEÓRICO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DESARROLLO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OBJETIVO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MODELO CONCEPTUAL DE LA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CREAR BASE DE DATOS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SERVIDOR SOAP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CONSOLA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ESCRITORIO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CREACIÓN DEL PROYECTO – CLIENTE WEB</a:t>
            </a:r>
          </a:p>
          <a:p>
            <a:pPr marL="763200" lvl="1" indent="-306000" defTabSz="457200"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defRPr/>
            </a:pPr>
            <a:r>
              <a:rPr lang="es-ES" sz="1200" b="1">
                <a:solidFill>
                  <a:schemeClr val="bg1"/>
                </a:solidFill>
                <a:latin typeface="Gill Sans MT" panose="020B0502020104020203"/>
              </a:rPr>
              <a:t>CREACIÓN DEL PROYECTO – CLIENTE MOVIL</a:t>
            </a:r>
            <a:endParaRPr kumimoji="0" lang="es-ES" sz="12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CONCLUSIONES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RECOMENDACIONES</a:t>
            </a:r>
          </a:p>
          <a:p>
            <a:pPr marL="306000" marR="0" lvl="0" indent="-3060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rgbClr val="4590B8"/>
              </a:buClr>
              <a:buSzPct val="92000"/>
              <a:buFont typeface="Wingdings 2" panose="05020102010507070707" pitchFamily="18" charset="2"/>
              <a:buChar char=""/>
              <a:tabLst/>
              <a:defRPr/>
            </a:pPr>
            <a:r>
              <a: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Gill Sans MT" panose="020B0502020104020203"/>
                <a:ea typeface="+mn-ea"/>
                <a:cs typeface="+mn-cs"/>
              </a:rPr>
              <a:t>BIBLIOGRAFÍA</a:t>
            </a:r>
          </a:p>
        </p:txBody>
      </p:sp>
    </p:spTree>
    <p:extLst>
      <p:ext uri="{BB962C8B-B14F-4D97-AF65-F5344CB8AC3E}">
        <p14:creationId xmlns:p14="http://schemas.microsoft.com/office/powerpoint/2010/main" val="3514226432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3165</Words>
  <Application>Microsoft Office PowerPoint</Application>
  <PresentationFormat>Panorámica</PresentationFormat>
  <Paragraphs>682</Paragraphs>
  <Slides>47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47</vt:i4>
      </vt:variant>
    </vt:vector>
  </HeadingPairs>
  <TitlesOfParts>
    <vt:vector size="48" baseType="lpstr">
      <vt:lpstr>Dividendo</vt:lpstr>
      <vt:lpstr>MANUAL EUREKA BANK CON SOAP Y BASE DE DATOS- java</vt:lpstr>
      <vt:lpstr>Presentación de PowerPoint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DESARROLLO</vt:lpstr>
      <vt:lpstr>Conclusiones</vt:lpstr>
      <vt:lpstr>Recomendaciones</vt:lpstr>
      <vt:lpstr>Bibliografía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Aplicación web con MVC implementado en JAVA Caso Practico Saltos “MONSTER”</dc:title>
  <dc:creator>Michael Villarruel</dc:creator>
  <cp:lastModifiedBy>GENESIS ISABEL CALAPAQUI PORTILLA</cp:lastModifiedBy>
  <cp:revision>24</cp:revision>
  <dcterms:created xsi:type="dcterms:W3CDTF">2020-08-13T07:15:02Z</dcterms:created>
  <dcterms:modified xsi:type="dcterms:W3CDTF">2025-01-24T08:01:58Z</dcterms:modified>
</cp:coreProperties>
</file>